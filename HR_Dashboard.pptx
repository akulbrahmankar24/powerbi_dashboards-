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8" r:id="rId5"/>
    <p:sldId id="265" r:id="rId6"/>
    <p:sldId id="266" r:id="rId7"/>
    <p:sldId id="262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75" d="100"/>
          <a:sy n="75" d="100"/>
        </p:scale>
        <p:origin x="52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6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51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1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4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9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4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5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1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7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ED3AE-0E8C-4BAA-A4FC-F9A6BBD2A51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C022C-3B9E-4BDE-A301-9E5AA3560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84"/>
            <a:ext cx="12192000" cy="68101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73380" y="320040"/>
            <a:ext cx="1386840" cy="373380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0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48" y="0"/>
            <a:ext cx="11880503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5048" y="294282"/>
            <a:ext cx="1386840" cy="373380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7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29"/>
            <a:ext cx="12192000" cy="681814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0608" y="294281"/>
            <a:ext cx="1541280" cy="452693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7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48" y="0"/>
            <a:ext cx="11880503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1020" y="281940"/>
            <a:ext cx="1386840" cy="358140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1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383"/>
            <a:ext cx="12192000" cy="679523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1972" y="281940"/>
            <a:ext cx="1605888" cy="516550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6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76"/>
            <a:ext cx="12192000" cy="682864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1972" y="281940"/>
            <a:ext cx="1605888" cy="516550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8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118872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20040"/>
            <a:ext cx="1386840" cy="373380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7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6" y="0"/>
            <a:ext cx="11912227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8000" y="247650"/>
            <a:ext cx="1427480" cy="445770"/>
          </a:xfrm>
          <a:prstGeom prst="roundRect">
            <a:avLst/>
          </a:prstGeom>
          <a:solidFill>
            <a:srgbClr val="0304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SHRI</dc:creator>
  <cp:lastModifiedBy>SHRI</cp:lastModifiedBy>
  <cp:revision>3</cp:revision>
  <dcterms:created xsi:type="dcterms:W3CDTF">2026-04-13T16:16:32Z</dcterms:created>
  <dcterms:modified xsi:type="dcterms:W3CDTF">2026-04-20T04:35:09Z</dcterms:modified>
</cp:coreProperties>
</file>